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ESTATIO | Category: REAL_ESTATE</a:t>
            </a:r>
          </a:p>
          <a:p>
            <a:r>
              <a:rPr sz="1400"/>
              <a:t>Upstream: https://github.com/estatio/estatio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ESTATIO.</a:t>
            </a:r>
          </a:p>
          <a:p>
            <a:r>
              <a:rPr sz="1400"/>
              <a:t>Open estate management built on Apache Isis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ESTATIO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